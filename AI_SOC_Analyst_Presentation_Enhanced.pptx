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3648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3.png"/><Relationship Id="rId5" Type="http://schemas.openxmlformats.org/officeDocument/2006/relationships/image" Target="../media/image3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E1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1371600"/>
            <a:ext cx="4572000" cy="4572000"/>
          </a:xfrm>
          <a:prstGeom prst="ellipse">
            <a:avLst/>
          </a:prstGeom>
          <a:solidFill>
            <a:srgbClr val="00E6A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7C3FF">
              <a:alpha val="7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SOC WORKFLOW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SOC Analyst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Threat Detection &amp; AI-Driven Incident Analysis — Proof of Concept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5394960"/>
            <a:ext cx="2011680" cy="0"/>
          </a:xfrm>
          <a:prstGeom prst="line">
            <a:avLst/>
          </a:prstGeom>
          <a:noFill/>
          <a:ln w="12700">
            <a:solidFill>
              <a:srgbClr val="1E2A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5321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Dhamini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Madanapalle Institute of Technology and Science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AI Project  • 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Faced by SOC Analysts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45920"/>
            <a:ext cx="548640" cy="54864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18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Overload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240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teams face a large volume of security alerts every single day, far more than analysts can manually triage.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080760" y="141732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09360" y="1645920"/>
            <a:ext cx="548640" cy="54864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7830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618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Manual Investigation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09360" y="224028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packet headers and researching each alert by hand takes significant analyst time.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130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77240" y="44348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alert volume causes fatigue, and important events can be overlooked as a result.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080760" y="3611880"/>
            <a:ext cx="5074920" cy="1828800"/>
          </a:xfrm>
          <a:prstGeom prst="roundRect">
            <a:avLst>
              <a:gd name="adj" fmla="val 4000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09360" y="3840480"/>
            <a:ext cx="548640" cy="54864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9776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381304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Analysts Need Guidance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09360" y="44348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analysts often lack the experience to triage confidently without step-by-step support.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consistent incident analysis directly improves SOC response time.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Sets Out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1371600"/>
            <a:ext cx="5120640" cy="5120640"/>
          </a:xfrm>
          <a:prstGeom prst="rect">
            <a:avLst/>
          </a:prstGeom>
          <a:solidFill>
            <a:srgbClr val="0F1522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265176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49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AI-assisted SOC workflow</a:t>
            </a:r>
            <a:endParaRPr lang="en-US" sz="1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1490472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6126480" y="17647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network traffic captured directly from the interface.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496312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12648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Detection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6126480" y="27706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detection logic flags suspicious packet behavior.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3502152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2648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Alert Generation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6126480" y="377647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detection is written into a clean, structured JSON alert.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4507992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1264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Investigation Summaries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6126480" y="478231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turns raw alerts into readable, actionable analysis.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5577840" y="54864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automates the first stage of security incident analysis — from raw packets to an AI-written report.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 source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10000" y="1417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267200" y="141732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58640" y="1417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 engine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37120" y="141732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894320" y="141732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985760" y="141732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Monitor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listener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894320" y="219456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894320" y="260604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985760" y="260604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Parser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packet fields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37120" y="2606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267200" y="260604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58640" y="260604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detection rules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10000" y="260604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260604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260604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Alert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alert record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3383280"/>
            <a:ext cx="316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0080" y="379476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9476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investigation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810000" y="3794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4267200" y="379476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358640" y="379476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Dashboard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visualization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437120" y="379476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894320" y="3794760"/>
            <a:ext cx="3169920" cy="777240"/>
          </a:xfrm>
          <a:prstGeom prst="roundRect">
            <a:avLst>
              <a:gd name="adj" fmla="val 8235"/>
            </a:avLst>
          </a:prstGeom>
          <a:solidFill>
            <a:srgbClr val="121A2B"/>
          </a:solidFill>
          <a:ln w="15875">
            <a:solidFill>
              <a:srgbClr val="00E6A8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985760" y="3794760"/>
            <a:ext cx="298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</a:t>
            </a:r>
            <a:endParaRPr lang="en-US" sz="13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responds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4892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pipeline: raw packets in, an AI-assisted analyst decision out.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4626864"/>
          </a:xfrm>
          <a:prstGeom prst="roundRect">
            <a:avLst>
              <a:gd name="adj" fmla="val 1186"/>
            </a:avLst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1848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6304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46320" y="146304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084832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240280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08483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Capture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846320" y="208483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TShark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22960" y="2706624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86207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70662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846320" y="2706624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22960" y="3328416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8386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32841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846320" y="3328416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822960" y="3950208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105656"/>
            <a:ext cx="310896" cy="31089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395020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46320" y="3950208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822960" y="4572000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" y="4727448"/>
            <a:ext cx="310896" cy="310896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371600" y="457200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4846320" y="4572000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400" dirty="0"/>
          </a:p>
        </p:txBody>
      </p:sp>
      <p:sp>
        <p:nvSpPr>
          <p:cNvPr id="28" name="Shape 20"/>
          <p:cNvSpPr/>
          <p:nvPr/>
        </p:nvSpPr>
        <p:spPr>
          <a:xfrm>
            <a:off x="822960" y="5193792"/>
            <a:ext cx="10515600" cy="0"/>
          </a:xfrm>
          <a:prstGeom prst="line">
            <a:avLst/>
          </a:prstGeom>
          <a:noFill/>
          <a:ln w="9525">
            <a:solidFill>
              <a:srgbClr val="1E2A44"/>
            </a:solidFill>
            <a:prstDash val="solid"/>
          </a:ln>
        </p:spPr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5349240"/>
            <a:ext cx="310896" cy="31089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371600" y="5193792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4846320" y="5193792"/>
            <a:ext cx="5943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Modules &amp; Responsibilities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169164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2828" y="184708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Monitor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2743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live packets from the network interface.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06240" y="146304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54980" y="169164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0428" y="184708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4340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389120" y="2743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relevant fields from each captured packet.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863840" y="146304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212580" y="169164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8028" y="184708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01000" y="24231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046720" y="274320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suspicious ICMP and network activity.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897380" y="411480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2828" y="42702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846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Generator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31520" y="5166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structured JSON alerts from detections.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06240" y="38862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554980" y="411480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0428" y="427024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343400" y="4846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 Analyst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389120" y="5166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alerts using Gemini and drafts findings.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863840" y="3886200"/>
            <a:ext cx="3337560" cy="210312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88900" dist="38100" dir="5400000" algn="bl" rotWithShape="0">
              <a:srgbClr val="000000">
                <a:alpha val="3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212580" y="4114800"/>
            <a:ext cx="640080" cy="640080"/>
          </a:xfrm>
          <a:prstGeom prst="ellipse">
            <a:avLst/>
          </a:prstGeom>
          <a:solidFill>
            <a:srgbClr val="0F1522"/>
          </a:solidFill>
          <a:ln w="12700">
            <a:solidFill>
              <a:srgbClr val="00E6A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42702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001000" y="484632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046720" y="516636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alerts and AI analysis to the analyst.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Workflow — What Happens on a Ping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60020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095244" y="160020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387852" y="160020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33572" y="160020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Packet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34456" y="160020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27064" y="160020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72784" y="160020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773668" y="160020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066276" y="160020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11996" y="160020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66276" y="2560320"/>
            <a:ext cx="25466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4612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Report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95244" y="324612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387852" y="324612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33572" y="324612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34456" y="324612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27064" y="324612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72784" y="324612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3668" y="3246120"/>
            <a:ext cx="292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066276" y="3246120"/>
            <a:ext cx="2546604" cy="960120"/>
          </a:xfrm>
          <a:prstGeom prst="roundRect">
            <a:avLst>
              <a:gd name="adj" fmla="val 6667"/>
            </a:avLst>
          </a:prstGeom>
          <a:solidFill>
            <a:srgbClr val="121A2B"/>
          </a:solidFill>
          <a:ln w="15875">
            <a:solidFill>
              <a:srgbClr val="27C3FF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111996" y="3246120"/>
            <a:ext cx="24551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Match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sequence is what will be demonstrated live during the presentation.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Bring AI Into the Loop?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0F1522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AI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365760" cy="365760"/>
          </a:xfrm>
          <a:prstGeom prst="ellipse">
            <a:avLst/>
          </a:prstGeom>
          <a:solidFill>
            <a:srgbClr val="121A2B"/>
          </a:solidFill>
          <a:ln w="12700">
            <a:solidFill>
              <a:srgbClr val="8A96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365760" cy="365760"/>
          </a:xfrm>
          <a:prstGeom prst="ellipse">
            <a:avLst/>
          </a:prstGeom>
          <a:solidFill>
            <a:srgbClr val="121A2B"/>
          </a:solidFill>
          <a:ln w="12700">
            <a:solidFill>
              <a:srgbClr val="8A96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Reads Logs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3749040"/>
            <a:ext cx="365760" cy="365760"/>
          </a:xfrm>
          <a:prstGeom prst="ellipse">
            <a:avLst/>
          </a:prstGeom>
          <a:solidFill>
            <a:srgbClr val="121A2B"/>
          </a:solidFill>
          <a:ln w="12700">
            <a:solidFill>
              <a:srgbClr val="8A96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Researches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114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526280"/>
            <a:ext cx="365760" cy="365760"/>
          </a:xfrm>
          <a:prstGeom prst="ellipse">
            <a:avLst/>
          </a:prstGeom>
          <a:solidFill>
            <a:srgbClr val="121A2B"/>
          </a:solidFill>
          <a:ln w="12700">
            <a:solidFill>
              <a:srgbClr val="8A96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2588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Report by Hand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21A2B"/>
          </a:solidFill>
          <a:ln w="19050">
            <a:solidFill>
              <a:srgbClr val="00E6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83680" y="2194560"/>
            <a:ext cx="365760" cy="36576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2194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Triggered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83680" y="25603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583680" y="2971800"/>
            <a:ext cx="365760" cy="36576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8660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Investigates Instantly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83680" y="3337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0" y="3749040"/>
            <a:ext cx="365760" cy="36576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3749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Classified + Risk Scored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0" y="41148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583680" y="4526280"/>
            <a:ext cx="365760" cy="36576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086600" y="4526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Reviews &amp; Decides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assists the analyst — it does not replace the analyst's judgment.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in the Demo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1965960"/>
            <a:ext cx="731520" cy="73152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1488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Monitor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capture running in the terminal in real time.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8580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8328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74820" y="1965960"/>
            <a:ext cx="731520" cy="73152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21488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Alert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structured alert generated the moment a rule fires.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2044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09460" y="1965960"/>
            <a:ext cx="731520" cy="73152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2340" y="21488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Output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40080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Gemini's investigation summary and risk classification.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550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9052560" y="1600200"/>
            <a:ext cx="2514600" cy="3291840"/>
          </a:xfrm>
          <a:prstGeom prst="roundRect">
            <a:avLst>
              <a:gd name="adj" fmla="val 2909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44100" y="1965960"/>
            <a:ext cx="731520" cy="731520"/>
          </a:xfrm>
          <a:prstGeom prst="ellipse">
            <a:avLst/>
          </a:prstGeom>
          <a:solidFill>
            <a:srgbClr val="0F1522"/>
          </a:solidFill>
          <a:ln w="15875">
            <a:solidFill>
              <a:srgbClr val="00E6A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6980" y="21488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2880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235440" y="32918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Streamlit portal rendering the alert end-to-end.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918972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aligns exactly with what has been built and tested.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PROGRESS CHECK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121A2B"/>
          </a:solidFill>
          <a:ln w="19050">
            <a:solidFill>
              <a:srgbClr val="00E6A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73352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34440" y="2194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packet capture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761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 parsing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822960" y="33284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34440" y="33284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ICMP detection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822960" y="38953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34440" y="38953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alert generation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22960" y="44622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via Gemini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822960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3444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6309360" y="141732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0F1522"/>
          </a:solidFill>
          <a:ln w="19050">
            <a:solidFill>
              <a:srgbClr val="FFB347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673352"/>
            <a:ext cx="320040" cy="32004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04088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583680" y="21945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6995160" y="2194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 scan detection</a:t>
            </a:r>
            <a:endParaRPr lang="en-US" sz="1350" dirty="0"/>
          </a:p>
        </p:txBody>
      </p:sp>
      <p:sp>
        <p:nvSpPr>
          <p:cNvPr id="24" name="Text 20"/>
          <p:cNvSpPr/>
          <p:nvPr/>
        </p:nvSpPr>
        <p:spPr>
          <a:xfrm>
            <a:off x="6583680" y="27614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6995160" y="276148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anomaly detection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6583680" y="33284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995160" y="3328416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integration</a:t>
            </a:r>
            <a:endParaRPr lang="en-US" sz="1350" dirty="0"/>
          </a:p>
        </p:txBody>
      </p:sp>
      <p:sp>
        <p:nvSpPr>
          <p:cNvPr id="28" name="Text 24"/>
          <p:cNvSpPr/>
          <p:nvPr/>
        </p:nvSpPr>
        <p:spPr>
          <a:xfrm>
            <a:off x="6583680" y="389534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6995160" y="3895344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6583680" y="446227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6995160" y="4462272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correlation</a:t>
            </a:r>
            <a:endParaRPr lang="en-US" sz="1350" dirty="0"/>
          </a:p>
        </p:txBody>
      </p:sp>
      <p:sp>
        <p:nvSpPr>
          <p:cNvPr id="32" name="Text 28"/>
          <p:cNvSpPr/>
          <p:nvPr/>
        </p:nvSpPr>
        <p:spPr>
          <a:xfrm>
            <a:off x="6583680" y="5029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6995160" y="50292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3337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52244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Integration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9768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498848" y="183337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95224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/ Linux Logs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146304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47888" y="183337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9522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869680" y="146304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Detection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49808" y="334213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46100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Tunneling Detection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29768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498848" y="334213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7720" y="346100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2064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Feeds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46720" y="297180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247888" y="334213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760" y="346100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69680" y="297180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 Mapping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548640" y="4480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749808" y="485089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4969764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71600" y="4480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Improvements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4297680" y="4480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4498848" y="485089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17720" y="4969764"/>
            <a:ext cx="256032" cy="2560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120640" y="4480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Slack Notifications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8046720" y="4480560"/>
            <a:ext cx="3429000" cy="1234440"/>
          </a:xfrm>
          <a:prstGeom prst="roundRect">
            <a:avLst>
              <a:gd name="adj" fmla="val 5926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  <a:effectLst>
            <a:outerShdw blurRad="76200" dist="25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8247888" y="4850892"/>
            <a:ext cx="493776" cy="493776"/>
          </a:xfrm>
          <a:prstGeom prst="ellipse">
            <a:avLst/>
          </a:prstGeom>
          <a:solidFill>
            <a:srgbClr val="0F1522"/>
          </a:solidFill>
          <a:ln w="12700">
            <a:solidFill>
              <a:srgbClr val="27C3FF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6760" y="4969764"/>
            <a:ext cx="256032" cy="25603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869680" y="44805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Response (with safeguards)</a:t>
            </a:r>
            <a:endParaRPr lang="en-US" sz="1250" dirty="0"/>
          </a:p>
        </p:txBody>
      </p:sp>
      <p:sp>
        <p:nvSpPr>
          <p:cNvPr id="40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00E6A8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4389120" cy="4389120"/>
          </a:xfrm>
          <a:prstGeom prst="ellipse">
            <a:avLst/>
          </a:prstGeom>
          <a:solidFill>
            <a:srgbClr val="27C3FF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0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0424160" cy="2103120"/>
          </a:xfrm>
          <a:prstGeom prst="roundRect">
            <a:avLst>
              <a:gd name="adj" fmla="val 4348"/>
            </a:avLst>
          </a:prstGeom>
          <a:solidFill>
            <a:srgbClr val="121A2B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33172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project is currently a proof of concept demonstrating an AI-assisted SOC workflow. My focus now is to expand detection capabilities, integrate additional log sources, and evolve it into a more comprehensive SOC platform.”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6634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EAF0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Dhamini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9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Madanapalle Institute of Technology and Science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577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7C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701</Words>
  <Application>Microsoft Office PowerPoint</Application>
  <PresentationFormat>Widescreen</PresentationFormat>
  <Paragraphs>215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SOC Analyst</dc:title>
  <dc:subject>PptxGenJS Presentation</dc:subject>
  <dc:creator>K. Dhamini</dc:creator>
  <cp:lastModifiedBy>K Dhamini</cp:lastModifiedBy>
  <cp:revision>2</cp:revision>
  <dcterms:created xsi:type="dcterms:W3CDTF">2026-07-05T16:42:46Z</dcterms:created>
  <dcterms:modified xsi:type="dcterms:W3CDTF">2026-07-05T16:50:25Z</dcterms:modified>
</cp:coreProperties>
</file>